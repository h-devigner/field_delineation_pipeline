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6255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4DD7A-27F8-844B-A213-32833E82983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CE679-CB94-7543-89E4-0505EF90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0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7DF6-E849-28D4-EB6C-1B439C62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972F3-EA0F-3D3B-D2D1-AEF7386D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29119-2822-1363-AE1D-400A2EAA4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why am I talking about this? Because calisthenics is genuinely a big part of my life.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When I stop training for a while, I feel it. Not just physically — mentally. Something feels off. Like I'm missing a piece of my routine.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It also really helps me with stress. After a long day at work, a good set of pull-ups just clears my head. Better than any app or meditation — sorry, not sorry.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And honestly, it's just about balance. Feeling grounded. Feeling like I'm in control of something, even when everything else is chaotic.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yeah — that's calisthenics for me. It's simple. You don't need a fancy gym or a personal trainer. Just a bar, some discipline, and maybe a bit of stubbornness. But it has a real impact. Thanks!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BA713-7F70-4767-E112-099D211F7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6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 everyone! So today I'm going to talk about something that's been part of my life for a while now, calisthenics. I started back in 2019, and honestly, it kind of became a whole lifestyle thing. Let me tell you about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6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first — what even is calisthenics? Basically, it's training using your own bodyweight. No dumbbells, no weight machines — just you. Push-ups, pull-ups, dips, muscle-ups...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Now, that doesn't mean zero equipment — you definitely use stuff like bars, rings,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parallettes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the weight? That's always YOU. Your body is the resistance.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That's what makes it different from gym or weightlifting. Nobody's asking "how much do you bench?" — it's more like "can you do a muscle-up?" or "how long can you hold a front lever?"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And the nice thing is, you can do it pretty much anywhere there's a bar. Parks, home, a random playground... you figure it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16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my journey started in 2019. I discovered it kind of randomly — started doing push-ups in my room, then I found a park nearby with bars, and I got hooked.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But I wasn't always consistent... When I started faculty, I stopped a few times. You know how it is — exams, laziness, "I'll start again next week"... classic.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At one point I even tried making content on Instagram. Posted a few training videos, thought I was going to become a fitness influencer or something... Yeah, that lasted about two weeks. Deleted everything. No regrets though — it was funny while it lasted.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51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51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At the beginning, the best part was training with friends in the park. That group energy is something else — you're competing, spotting each other, trying new moves, laughing when you fail... It's like a community.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Then I moved to Casablanca, and I had to start from scratch. No crew, different city. I tried finding spots, trained alone. It's doable, but it's definitely not the same vibe.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And now? Now I have a multifunctional bar at home. Pull-ups in the living room. Dips between two chairs. It's not exactly "street workout" anymore... but hey, it counts.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16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why am I talking about this? Because calisthenics is genuinely a big part of my life.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When I stop training for a while, I feel it. Not just physically — mentally. Something feels off. Like I'm missing a piece of my routine.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It also really helps me with stress. After a long day at work, a good set of pull-ups just clears my head. Better than any app or meditation — sorry, not sorry.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And honestly, it's just about balance. Feeling grounded. Feeling like I'm in control of something, even when everything else is chaotic.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So yeah — that's calisthenics for me. It's simple. You don't need a fancy gym or a personal trainer. Just a bar, some discipline, and maybe a bit of stubbornness. But it has a real impact. Thanks!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CE679-CB94-7543-89E4-0505EF90E8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3D1E9-B7EA-64E0-3B40-0896EF45FA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BF537-A4FD-F6C7-064C-F2FADD29AE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75963-96AE-F9A1-137E-A9D04DB2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409CBE-9326-83E1-1EA0-37606E8A5646}"/>
              </a:ext>
            </a:extLst>
          </p:cNvPr>
          <p:cNvSpPr txBox="1"/>
          <p:nvPr/>
        </p:nvSpPr>
        <p:spPr>
          <a:xfrm>
            <a:off x="914400" y="73152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D2D2D"/>
                </a:solidFill>
              </a:defRPr>
            </a:pPr>
            <a:r>
              <a:rPr lang="fr-FR" dirty="0" err="1"/>
              <a:t>Who</a:t>
            </a:r>
            <a:r>
              <a:rPr lang="fr-FR" dirty="0"/>
              <a:t> I </a:t>
            </a:r>
            <a:r>
              <a:rPr lang="fr-FR" dirty="0" err="1"/>
              <a:t>am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EBB49-6B8C-AD9C-0895-4013B4D52AEC}"/>
              </a:ext>
            </a:extLst>
          </p:cNvPr>
          <p:cNvSpPr/>
          <p:nvPr/>
        </p:nvSpPr>
        <p:spPr>
          <a:xfrm>
            <a:off x="4937760" y="1417320"/>
            <a:ext cx="2286000" cy="36576"/>
          </a:xfrm>
          <a:prstGeom prst="rect">
            <a:avLst/>
          </a:prstGeom>
          <a:solidFill>
            <a:srgbClr val="E0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D51FC2-79CC-39CD-9F8E-21D59982901D}"/>
              </a:ext>
            </a:extLst>
          </p:cNvPr>
          <p:cNvSpPr/>
          <p:nvPr/>
        </p:nvSpPr>
        <p:spPr>
          <a:xfrm>
            <a:off x="1371600" y="2011680"/>
            <a:ext cx="9418320" cy="2533904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399DD-ECE6-463D-C5D0-CA8848882802}"/>
              </a:ext>
            </a:extLst>
          </p:cNvPr>
          <p:cNvSpPr txBox="1"/>
          <p:nvPr/>
        </p:nvSpPr>
        <p:spPr>
          <a:xfrm>
            <a:off x="1828800" y="251460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rPr lang="fr-FR" b="1" dirty="0"/>
              <a:t>Lahoucine Digrari</a:t>
            </a:r>
            <a:r>
              <a:rPr lang="fr-FR" dirty="0"/>
              <a:t>, 23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/>
              <a:t>, Agadir City</a:t>
            </a:r>
            <a:endParaRPr lang="fr-FR" dirty="0"/>
          </a:p>
          <a:p>
            <a:pPr algn="l">
              <a:defRPr sz="1500" b="0">
                <a:solidFill>
                  <a:srgbClr val="2D2D2D"/>
                </a:solidFill>
              </a:defRPr>
            </a:pPr>
            <a:endParaRPr lang="fr-FR" dirty="0"/>
          </a:p>
          <a:p>
            <a:pPr algn="l">
              <a:defRPr sz="1500" b="0">
                <a:solidFill>
                  <a:srgbClr val="2D2D2D"/>
                </a:solidFill>
              </a:defRPr>
            </a:pPr>
            <a:r>
              <a:rPr lang="fr-FR" dirty="0"/>
              <a:t>I have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brothers</a:t>
            </a:r>
            <a:r>
              <a:rPr lang="fr-FR" dirty="0"/>
              <a:t>, </a:t>
            </a:r>
          </a:p>
          <a:p>
            <a:pPr algn="l">
              <a:defRPr sz="1500" b="0">
                <a:solidFill>
                  <a:srgbClr val="2D2D2D"/>
                </a:solidFill>
              </a:defRPr>
            </a:pPr>
            <a:endParaRPr lang="fr-FR" dirty="0"/>
          </a:p>
          <a:p>
            <a:pPr>
              <a:defRPr sz="1500" b="0">
                <a:solidFill>
                  <a:srgbClr val="2D2D2D"/>
                </a:solidFill>
              </a:defRPr>
            </a:pPr>
            <a:r>
              <a:rPr lang="fr-FR" dirty="0" err="1"/>
              <a:t>Baccalaureate</a:t>
            </a:r>
            <a:r>
              <a:rPr lang="fr-FR" dirty="0"/>
              <a:t> in </a:t>
            </a:r>
            <a:r>
              <a:rPr lang="fr-FR" dirty="0" err="1"/>
              <a:t>mathematics</a:t>
            </a:r>
            <a:r>
              <a:rPr lang="fr-FR" dirty="0"/>
              <a:t> (2020)</a:t>
            </a:r>
          </a:p>
          <a:p>
            <a:pPr>
              <a:defRPr sz="1500" b="0">
                <a:solidFill>
                  <a:srgbClr val="2D2D2D"/>
                </a:solidFill>
              </a:defRPr>
            </a:pPr>
            <a:r>
              <a:rPr lang="fr-FR" dirty="0" err="1"/>
              <a:t>Bachelor</a:t>
            </a:r>
            <a:r>
              <a:rPr lang="fr-FR" dirty="0"/>
              <a:t> </a:t>
            </a:r>
            <a:r>
              <a:rPr lang="fr-FR" dirty="0" err="1"/>
              <a:t>degree</a:t>
            </a:r>
            <a:r>
              <a:rPr lang="fr-FR" dirty="0"/>
              <a:t> in </a:t>
            </a:r>
            <a:r>
              <a:rPr lang="fr-FR" dirty="0" err="1"/>
              <a:t>mathematics</a:t>
            </a:r>
            <a:r>
              <a:rPr lang="fr-FR" dirty="0"/>
              <a:t> and science (2023)</a:t>
            </a:r>
          </a:p>
          <a:p>
            <a:pPr algn="l">
              <a:defRPr sz="1500" b="0">
                <a:solidFill>
                  <a:srgbClr val="2D2D2D"/>
                </a:solidFill>
              </a:defRPr>
            </a:pPr>
            <a:r>
              <a:rPr lang="fr-FR" dirty="0"/>
              <a:t>Master </a:t>
            </a:r>
            <a:r>
              <a:rPr lang="fr-FR" dirty="0" err="1"/>
              <a:t>degree</a:t>
            </a:r>
            <a:r>
              <a:rPr lang="fr-FR" dirty="0"/>
              <a:t> in Data Science (2025)</a:t>
            </a:r>
          </a:p>
          <a:p>
            <a:pPr algn="l">
              <a:defRPr sz="1500" b="0">
                <a:solidFill>
                  <a:srgbClr val="2D2D2D"/>
                </a:solidFill>
              </a:defRPr>
            </a:pPr>
            <a:r>
              <a:rPr lang="fr-FR" dirty="0"/>
              <a:t>Oracle (2025)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415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4ACFD4-330F-F06A-8B15-404DFD962C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02495" y="-147917"/>
            <a:ext cx="12796989" cy="91875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D2D2D"/>
                </a:solidFill>
              </a:defRPr>
            </a:pPr>
            <a:r>
              <a:t>Calisthenics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08A42"/>
                </a:solidFill>
              </a:defRPr>
            </a:pPr>
            <a:r>
              <a:t>more than just a hobby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840480"/>
            <a:ext cx="2286000" cy="36576"/>
          </a:xfrm>
          <a:prstGeom prst="rect">
            <a:avLst/>
          </a:prstGeom>
          <a:solidFill>
            <a:srgbClr val="E0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7A"/>
                </a:solidFill>
              </a:defRPr>
            </a:pPr>
            <a:r>
              <a:rPr lang="fr-FR" dirty="0" err="1"/>
              <a:t>Lah</a:t>
            </a:r>
            <a:r>
              <a:rPr dirty="0" err="1"/>
              <a:t>oucine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since 2019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</a:defRPr>
            </a:pPr>
            <a:r>
              <a:t>What is Calisthenics?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7A7A"/>
                </a:solidFill>
              </a:defRPr>
            </a:pPr>
            <a:r>
              <a:rPr dirty="0"/>
              <a:t>Training using your own body weight as resistance.</a:t>
            </a:r>
            <a:br>
              <a:rPr dirty="0"/>
            </a:br>
            <a:r>
              <a:rPr dirty="0"/>
              <a:t>Bars, rings, </a:t>
            </a:r>
            <a:r>
              <a:rPr dirty="0" err="1"/>
              <a:t>parallettes</a:t>
            </a:r>
            <a:r>
              <a:rPr lang="fr-FR" dirty="0"/>
              <a:t>,</a:t>
            </a:r>
            <a:r>
              <a:rPr dirty="0"/>
              <a:t> but no dumbbells, no machines.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5486400" cy="82296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</a:defRPr>
            </a:pPr>
            <a:r>
              <a:rPr dirty="0"/>
              <a:t>Push-ups, Pull-ups, Dips, Muscle-ups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7A"/>
                </a:solidFill>
              </a:defRPr>
            </a:pPr>
            <a:r>
              <a:rPr dirty="0"/>
              <a:t>The core movements</a:t>
            </a:r>
            <a:r>
              <a:rPr lang="fr-FR" dirty="0"/>
              <a:t>, </a:t>
            </a:r>
            <a:r>
              <a:rPr dirty="0"/>
              <a:t>your body is the only 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5486400" cy="822960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</a:defRPr>
            </a:pPr>
            <a:r>
              <a:t>Bars, rings, parallettes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7A"/>
                </a:solidFill>
              </a:defRPr>
            </a:pPr>
            <a:r>
              <a:t>You use equipment, but never external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5486400" cy="82296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</a:defRPr>
            </a:pPr>
            <a:r>
              <a:t>Not gym / not weightlifting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7A"/>
                </a:solidFill>
              </a:defRPr>
            </a:pPr>
            <a:r>
              <a:rPr dirty="0"/>
              <a:t>No dumbbells, no machines</a:t>
            </a:r>
            <a:r>
              <a:rPr lang="fr-FR" dirty="0"/>
              <a:t>, </a:t>
            </a:r>
            <a:r>
              <a:rPr dirty="0"/>
              <a:t> just bodyweight resistance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5486400" cy="822960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C8"/>
                </a:solidFill>
              </a:defRPr>
            </a:pPr>
            <a:r>
              <a:t>Train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7A"/>
                </a:solidFill>
              </a:defRPr>
            </a:pPr>
            <a:r>
              <a:rPr dirty="0"/>
              <a:t>Parks, home, outdoors</a:t>
            </a:r>
            <a:r>
              <a:rPr lang="fr-FR" dirty="0"/>
              <a:t>, </a:t>
            </a:r>
            <a:r>
              <a:rPr dirty="0"/>
              <a:t> wherever there's a bar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733E5D-E336-9DB5-2159-7BF30900B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45" y="1567702"/>
            <a:ext cx="2592817" cy="25928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C70B90-3DB2-733D-4317-6463BB6EF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262" y="4084395"/>
            <a:ext cx="2411805" cy="241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</a:defRPr>
            </a:pPr>
            <a:r>
              <a:t>My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7A7A"/>
                </a:solidFill>
              </a:defRPr>
            </a:pPr>
            <a:r>
              <a:rPr dirty="0"/>
              <a:t>It wasn't always a straight line</a:t>
            </a:r>
            <a:r>
              <a:rPr lang="fr-FR" dirty="0"/>
              <a:t>,</a:t>
            </a:r>
            <a:r>
              <a:rPr dirty="0"/>
              <a:t> but it kept pulling me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291840" cy="256032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8A42"/>
                </a:solidFill>
              </a:defRPr>
            </a:pPr>
            <a:r>
              <a:t>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Discovered calisthenics.</a:t>
            </a:r>
            <a:br/>
            <a:r>
              <a:t>Started push-ups in my room,</a:t>
            </a:r>
            <a:br/>
            <a:r>
              <a:t>then found a park nearby.</a:t>
            </a:r>
            <a:br/>
            <a:r>
              <a:t>Got hooked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286000"/>
            <a:ext cx="3291840" cy="2560320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Faculty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26080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rPr dirty="0"/>
              <a:t>Life got busy.</a:t>
            </a:r>
            <a:br>
              <a:rPr dirty="0"/>
            </a:br>
            <a:r>
              <a:rPr dirty="0"/>
              <a:t>Stopped a few times</a:t>
            </a:r>
            <a:r>
              <a:rPr lang="fr-FR" dirty="0"/>
              <a:t>,</a:t>
            </a:r>
            <a:r>
              <a:rPr dirty="0"/>
              <a:t> laziness,</a:t>
            </a:r>
            <a:br>
              <a:rPr dirty="0"/>
            </a:br>
            <a:r>
              <a:rPr dirty="0"/>
              <a:t>exams, lack of time.</a:t>
            </a:r>
            <a:br>
              <a:rPr dirty="0"/>
            </a:br>
            <a:r>
              <a:rPr dirty="0"/>
              <a:t>But always came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86000"/>
            <a:ext cx="4114800" cy="256032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8A42"/>
                </a:solidFill>
              </a:defRPr>
            </a:pPr>
            <a:r>
              <a:t>The Instagram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9260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rPr dirty="0"/>
              <a:t>Tried posting training videos.</a:t>
            </a:r>
            <a:br>
              <a:rPr dirty="0"/>
            </a:br>
            <a:r>
              <a:rPr dirty="0"/>
              <a:t>It was fun for a bit...</a:t>
            </a:r>
            <a:br>
              <a:rPr dirty="0"/>
            </a:br>
            <a:r>
              <a:rPr dirty="0"/>
              <a:t>then I deleted everything.</a:t>
            </a:r>
            <a:br>
              <a:rPr dirty="0"/>
            </a:br>
            <a:r>
              <a:rPr dirty="0"/>
              <a:t>No regrets though.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374C-4C6D-8BF3-0E9E-885761C6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FEE8D18-8CAC-607B-538E-D21AED2EC9EA}"/>
              </a:ext>
            </a:extLst>
          </p:cNvPr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</a:defRPr>
            </a:pPr>
            <a:r>
              <a:rPr dirty="0"/>
              <a:t>My Journey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49DCD8-F331-288C-50CC-41BD445C60CB}"/>
              </a:ext>
            </a:extLst>
          </p:cNvPr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6EC321-A6AA-0F26-88C8-4DE18452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742" y="1432917"/>
            <a:ext cx="5736515" cy="46317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AADC21-0122-9B35-046C-012E023E8D3C}"/>
              </a:ext>
            </a:extLst>
          </p:cNvPr>
          <p:cNvSpPr txBox="1"/>
          <p:nvPr/>
        </p:nvSpPr>
        <p:spPr>
          <a:xfrm>
            <a:off x="7274859" y="6064622"/>
            <a:ext cx="1814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October 17, 2019</a:t>
            </a:r>
          </a:p>
        </p:txBody>
      </p:sp>
    </p:spTree>
    <p:extLst>
      <p:ext uri="{BB962C8B-B14F-4D97-AF65-F5344CB8AC3E}">
        <p14:creationId xmlns:p14="http://schemas.microsoft.com/office/powerpoint/2010/main" val="3916407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</a:defRPr>
            </a:pPr>
            <a:r>
              <a:t>How I Train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7A7A"/>
                </a:solidFill>
              </a:defRPr>
            </a:pPr>
            <a:r>
              <a:t>The setting changed, but the habit stayed.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474720" cy="393192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Parks + friends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017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rPr dirty="0"/>
              <a:t>The golden era.</a:t>
            </a:r>
            <a:br>
              <a:rPr dirty="0"/>
            </a:br>
            <a:br>
              <a:rPr dirty="0"/>
            </a:br>
            <a:r>
              <a:rPr dirty="0"/>
              <a:t>Training with friends in the park</a:t>
            </a:r>
            <a:r>
              <a:rPr lang="fr-FR" dirty="0"/>
              <a:t>,</a:t>
            </a:r>
            <a:br>
              <a:rPr dirty="0"/>
            </a:br>
            <a:r>
              <a:rPr dirty="0"/>
              <a:t>laughing, competing, spotting</a:t>
            </a:r>
            <a:br>
              <a:rPr dirty="0"/>
            </a:br>
            <a:r>
              <a:rPr dirty="0"/>
              <a:t>each other. That energy is what</a:t>
            </a:r>
            <a:br>
              <a:rPr dirty="0"/>
            </a:br>
            <a:r>
              <a:rPr dirty="0"/>
              <a:t>made it addictive.</a:t>
            </a:r>
            <a:br>
              <a:rPr dirty="0"/>
            </a:br>
            <a:br>
              <a:rPr dirty="0"/>
            </a:br>
            <a:r>
              <a:rPr dirty="0"/>
              <a:t>The community aspect was</a:t>
            </a:r>
            <a:br>
              <a:rPr dirty="0"/>
            </a:br>
            <a:r>
              <a:rPr dirty="0"/>
              <a:t>the real motivation.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94560"/>
            <a:ext cx="3474720" cy="3931920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Casablanca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New city, fresh start.</a:t>
            </a:r>
            <a:br/>
            <a:br/>
            <a:r>
              <a:t>Tried to find spots, trained alone.</a:t>
            </a:r>
            <a:br/>
            <a:r>
              <a:t>It's not the same without a crew,</a:t>
            </a:r>
            <a:br/>
            <a:r>
              <a:t>but I kept going.</a:t>
            </a:r>
            <a:br/>
            <a:br/>
            <a:r>
              <a:t>Sometimes discipline has to</a:t>
            </a:r>
            <a:br/>
            <a:r>
              <a:t>replace motivation.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94560"/>
            <a:ext cx="3931920" cy="393192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8A42"/>
                </a:solidFill>
              </a:defRPr>
            </a:pPr>
            <a:r>
              <a:t>Home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3474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rPr dirty="0"/>
              <a:t>Current chapter.</a:t>
            </a:r>
            <a:br>
              <a:rPr dirty="0"/>
            </a:br>
            <a:br>
              <a:rPr dirty="0"/>
            </a:br>
            <a:r>
              <a:rPr dirty="0"/>
              <a:t>Got a multifunctional bar at home.</a:t>
            </a:r>
            <a:br>
              <a:rPr dirty="0"/>
            </a:br>
            <a:r>
              <a:rPr dirty="0"/>
              <a:t>Pull-ups, dips, rows</a:t>
            </a:r>
            <a:r>
              <a:rPr lang="fr-FR" dirty="0"/>
              <a:t>,</a:t>
            </a:r>
            <a:r>
              <a:rPr dirty="0"/>
              <a:t> all from</a:t>
            </a:r>
            <a:br>
              <a:rPr dirty="0"/>
            </a:br>
            <a:r>
              <a:rPr dirty="0"/>
              <a:t>one corner of my apartment.</a:t>
            </a:r>
            <a:br>
              <a:rPr dirty="0"/>
            </a:br>
            <a:br>
              <a:rPr dirty="0"/>
            </a:br>
            <a:r>
              <a:rPr dirty="0"/>
              <a:t>Not really street workout anymore,</a:t>
            </a:r>
            <a:br>
              <a:rPr dirty="0"/>
            </a:br>
            <a:r>
              <a:rPr dirty="0"/>
              <a:t>but it keeps me moving.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D2D2D"/>
                </a:solidFill>
              </a:defRPr>
            </a:pPr>
            <a:r>
              <a:t>Why It Matters to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417320"/>
            <a:ext cx="2286000" cy="36576"/>
          </a:xfrm>
          <a:prstGeom prst="rect">
            <a:avLst/>
          </a:prstGeom>
          <a:solidFill>
            <a:srgbClr val="E0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123444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It's part of who 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When I stop training for a while, something feels off.</a:t>
            </a:r>
            <a:br/>
            <a:r>
              <a:t>It's become woven into my routine and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418320" cy="1234440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6118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Stress goes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7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After a tough day at work, a good set of pull-ups</a:t>
            </a:r>
            <a:br/>
            <a:r>
              <a:t>clears my head better than anything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37760"/>
            <a:ext cx="9418320" cy="1234440"/>
          </a:xfrm>
          <a:prstGeom prst="round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Mental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40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rPr dirty="0"/>
              <a:t>It's not just about muscles</a:t>
            </a:r>
            <a:r>
              <a:rPr lang="fr-FR" dirty="0"/>
              <a:t>,</a:t>
            </a:r>
            <a:r>
              <a:rPr dirty="0"/>
              <a:t> it's about feeling</a:t>
            </a:r>
            <a:br>
              <a:rPr dirty="0"/>
            </a:br>
            <a:r>
              <a:rPr dirty="0"/>
              <a:t>grounded, focused, and in control of my own body.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8A42"/>
                </a:solidFill>
              </a:defRPr>
            </a:pPr>
            <a:r>
              <a:rPr dirty="0"/>
              <a:t>"It's simple, but it has a big impact on me."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1267</Words>
  <Application>Microsoft Macintosh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Lahoucine Digrari</cp:lastModifiedBy>
  <cp:revision>29</cp:revision>
  <dcterms:created xsi:type="dcterms:W3CDTF">2013-01-27T09:14:16Z</dcterms:created>
  <dcterms:modified xsi:type="dcterms:W3CDTF">2026-03-19T12:43:10Z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Confidential - Oracle Restricted \Employees Only</vt:lpwstr>
  </property>
</Properties>
</file>